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4971" y="556149"/>
            <a:ext cx="7772400" cy="1470025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dirty="0"/>
              <a:t>Exploratory Data Analysis of Large-Scale Industry Performance Dataset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199"/>
            <a:ext cx="6400800" cy="1864151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dirty="0">
                <a:solidFill>
                  <a:schemeClr val="accent1">
                    <a:lumMod val="75000"/>
                  </a:schemeClr>
                </a:solidFill>
              </a:rPr>
              <a:t>EDA Project Presentation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By Pooja Kumari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60775"/>
            <a:ext cx="8229600" cy="4165388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r>
              <a:rPr dirty="0"/>
              <a:t>Objective: Understand industry performance patterns</a:t>
            </a:r>
          </a:p>
          <a:p>
            <a:r>
              <a:rPr dirty="0"/>
              <a:t>• Detect outliers and correlations</a:t>
            </a:r>
          </a:p>
          <a:p>
            <a:r>
              <a:rPr dirty="0"/>
              <a:t>• Generate business insights for decision making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3">
              <a:lumMod val="20000"/>
              <a:lumOff val="80000"/>
            </a:schemeClr>
          </a:solidFill>
        </p:spPr>
        <p:txBody>
          <a:bodyPr/>
          <a:lstStyle/>
          <a:p>
            <a:r>
              <a:rPr dirty="0"/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68165"/>
            <a:ext cx="8229600" cy="3957998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dirty="0"/>
              <a:t>Rows: 15,000</a:t>
            </a:r>
          </a:p>
          <a:p>
            <a:r>
              <a:rPr dirty="0"/>
              <a:t>• Columns: 12</a:t>
            </a:r>
          </a:p>
          <a:p>
            <a:r>
              <a:rPr dirty="0"/>
              <a:t>• Features: Industry, Country, Revenue, Employee Count, Profit Margin, Customer Count, Market Rating, etc.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r>
              <a:rPr dirty="0"/>
              <a:t>Tools &amp; Libraries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13641"/>
            <a:ext cx="8229600" cy="4212522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r>
              <a:rPr dirty="0"/>
              <a:t>Python</a:t>
            </a:r>
          </a:p>
          <a:p>
            <a:r>
              <a:rPr dirty="0"/>
              <a:t>• Pandas</a:t>
            </a:r>
          </a:p>
          <a:p>
            <a:r>
              <a:rPr dirty="0"/>
              <a:t>• NumPy</a:t>
            </a:r>
          </a:p>
          <a:p>
            <a:r>
              <a:rPr dirty="0"/>
              <a:t>• Matplotlib</a:t>
            </a:r>
          </a:p>
          <a:p>
            <a:r>
              <a:rPr dirty="0"/>
              <a:t>• Seaborn</a:t>
            </a:r>
          </a:p>
          <a:p>
            <a:r>
              <a:rPr dirty="0"/>
              <a:t>• SciPy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r>
              <a:rPr dirty="0"/>
              <a:t>Data Cleaning &amp; Quality Checks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94408"/>
            <a:ext cx="8229600" cy="373175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dirty="0"/>
              <a:t>Missing value analysis</a:t>
            </a:r>
          </a:p>
          <a:p>
            <a:r>
              <a:rPr dirty="0"/>
              <a:t>• Duplicate record detection</a:t>
            </a:r>
          </a:p>
          <a:p>
            <a:r>
              <a:rPr dirty="0"/>
              <a:t>• Dataset validation before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40000"/>
              <a:lumOff val="60000"/>
            </a:schemeClr>
          </a:solidFill>
        </p:spPr>
        <p:txBody>
          <a:bodyPr/>
          <a:lstStyle/>
          <a:p>
            <a:r>
              <a:rPr dirty="0"/>
              <a:t>Univariate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11604"/>
            <a:ext cx="8229600" cy="4014559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dirty="0"/>
              <a:t>Statistical measures: Mean, Median, Std Dev, Min, Max</a:t>
            </a:r>
          </a:p>
          <a:p>
            <a:r>
              <a:rPr dirty="0"/>
              <a:t>• Skewness and Kurtosis calculation</a:t>
            </a:r>
          </a:p>
          <a:p>
            <a:r>
              <a:rPr dirty="0"/>
              <a:t>• Revenue and customer count showed positive skewness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r>
              <a:rPr dirty="0"/>
              <a:t>Categorical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07909"/>
            <a:ext cx="8229600" cy="4118254"/>
          </a:xfr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/>
          <a:lstStyle/>
          <a:p>
            <a:r>
              <a:rPr dirty="0"/>
              <a:t>Technology and Retail industries had highest company counts</a:t>
            </a:r>
          </a:p>
          <a:p>
            <a:r>
              <a:rPr dirty="0"/>
              <a:t>• North America and Asia dominated company distribution</a:t>
            </a:r>
          </a:p>
          <a:p>
            <a:r>
              <a:rPr dirty="0"/>
              <a:t>• Technology sector showed better market ratings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90000"/>
            </a:schemeClr>
          </a:solidFill>
        </p:spPr>
        <p:txBody>
          <a:bodyPr/>
          <a:lstStyle/>
          <a:p>
            <a:r>
              <a:rPr dirty="0"/>
              <a:t>Outlier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30458"/>
            <a:ext cx="8229600" cy="3995705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r>
              <a:rPr dirty="0"/>
              <a:t>Methods: Boxplot, IQR, Z-Score</a:t>
            </a:r>
          </a:p>
          <a:p>
            <a:r>
              <a:rPr dirty="0"/>
              <a:t>• Revenue and Employee Count contained significant outliers</a:t>
            </a:r>
          </a:p>
          <a:p>
            <a:r>
              <a:rPr dirty="0"/>
              <a:t>• Outliers retained as genuine large organizations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r>
              <a:rPr dirty="0"/>
              <a:t>Bivariate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1287"/>
            <a:ext cx="8229600" cy="3844876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r>
              <a:rPr dirty="0"/>
              <a:t>Strong correlation: Employee Count vs Revenue</a:t>
            </a:r>
          </a:p>
          <a:p>
            <a:r>
              <a:rPr dirty="0"/>
              <a:t>• Strong correlation: Customer Count vs Revenue</a:t>
            </a:r>
          </a:p>
          <a:p>
            <a:r>
              <a:rPr dirty="0"/>
              <a:t>• Moderate correlation: Market Rating vs Profit Margin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75000"/>
            </a:schemeClr>
          </a:solidFill>
        </p:spPr>
        <p:txBody>
          <a:bodyPr/>
          <a:lstStyle/>
          <a:p>
            <a:r>
              <a:rPr dirty="0"/>
              <a:t>Correlation Matrix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96445"/>
            <a:ext cx="8229600" cy="3929718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/>
          <a:p>
            <a:r>
              <a:rPr dirty="0"/>
              <a:t>Revenue strongly related to Employee Count and Customer Count</a:t>
            </a:r>
          </a:p>
          <a:p>
            <a:r>
              <a:rPr dirty="0"/>
              <a:t>• Founded Year had weak correlation</a:t>
            </a:r>
          </a:p>
          <a:p>
            <a:r>
              <a:rPr dirty="0"/>
              <a:t>• No severe multicollinearity detected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40000"/>
              <a:lumOff val="60000"/>
            </a:schemeClr>
          </a:solidFill>
        </p:spPr>
        <p:txBody>
          <a:bodyPr/>
          <a:lstStyle/>
          <a:p>
            <a:r>
              <a:rPr dirty="0"/>
              <a:t>Multivariate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39885"/>
            <a:ext cx="8229600" cy="3986278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r>
              <a:rPr dirty="0"/>
              <a:t>Technology firms with large workforce generated highest revenue</a:t>
            </a:r>
          </a:p>
          <a:p>
            <a:r>
              <a:rPr dirty="0"/>
              <a:t>• North America showed higher ratings and profitability</a:t>
            </a:r>
          </a:p>
          <a:p>
            <a:r>
              <a:rPr dirty="0"/>
              <a:t>• Retail companies managed larger customer bases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3">
              <a:lumMod val="40000"/>
              <a:lumOff val="60000"/>
            </a:schemeClr>
          </a:solidFill>
        </p:spPr>
        <p:txBody>
          <a:bodyPr/>
          <a:lstStyle/>
          <a:p>
            <a:r>
              <a:rPr dirty="0"/>
              <a:t>Python Visualizations Generated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39885"/>
            <a:ext cx="8229600" cy="3986278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dirty="0"/>
              <a:t>Revenue Distribution Histogram</a:t>
            </a:r>
          </a:p>
          <a:p>
            <a:r>
              <a:rPr dirty="0"/>
              <a:t>• Correlation Heatmap</a:t>
            </a:r>
          </a:p>
          <a:p>
            <a:r>
              <a:rPr dirty="0"/>
              <a:t>• Employee Count vs Revenue Scatter Plot</a:t>
            </a:r>
          </a:p>
          <a:p>
            <a:r>
              <a:rPr dirty="0"/>
              <a:t>• Industry Revenue Bar Chart</a:t>
            </a:r>
          </a:p>
          <a:p>
            <a:r>
              <a:rPr dirty="0"/>
              <a:t>• Revenue Outlier Boxplot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r>
              <a:rPr dirty="0"/>
              <a:t>Key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30458"/>
            <a:ext cx="8229600" cy="3995705"/>
          </a:xfrm>
          <a:solidFill>
            <a:schemeClr val="bg2">
              <a:lumMod val="75000"/>
            </a:schemeClr>
          </a:solidFill>
        </p:spPr>
        <p:txBody>
          <a:bodyPr/>
          <a:lstStyle/>
          <a:p>
            <a:r>
              <a:rPr dirty="0"/>
              <a:t>Technology sector dominated revenue generation</a:t>
            </a:r>
          </a:p>
          <a:p>
            <a:r>
              <a:rPr dirty="0"/>
              <a:t>• Retail sector handled highest customer volume</a:t>
            </a:r>
          </a:p>
          <a:p>
            <a:r>
              <a:rPr dirty="0"/>
              <a:t>• Large enterprises contributed major share of revenue</a:t>
            </a:r>
          </a:p>
          <a:p>
            <a:r>
              <a:rPr dirty="0"/>
              <a:t>• Employee count strongly influenced revenue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2">
              <a:lumMod val="40000"/>
              <a:lumOff val="60000"/>
            </a:schemeClr>
          </a:solidFill>
        </p:spPr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39885"/>
            <a:ext cx="8229600" cy="3986278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dirty="0"/>
              <a:t>Successful EDA implementation</a:t>
            </a:r>
          </a:p>
          <a:p>
            <a:r>
              <a:rPr dirty="0"/>
              <a:t>• Useful for Business Intelligence</a:t>
            </a:r>
          </a:p>
          <a:p>
            <a:r>
              <a:rPr dirty="0"/>
              <a:t>• Revenue Forecasting and Strategic Planning</a:t>
            </a:r>
          </a:p>
          <a:p>
            <a:r>
              <a:rPr dirty="0"/>
              <a:t>• Industry Benchmarking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321</Words>
  <Application>Microsoft Office PowerPoint</Application>
  <PresentationFormat>On-screen Show (4:3)</PresentationFormat>
  <Paragraphs>62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Exploratory Data Analysis of Large-Scale Industry Performance Dataset</vt:lpstr>
      <vt:lpstr>Project Overview</vt:lpstr>
      <vt:lpstr>Dataset Overview</vt:lpstr>
      <vt:lpstr>Tools &amp; Libraries Used</vt:lpstr>
      <vt:lpstr>Data Cleaning &amp; Quality Checks</vt:lpstr>
      <vt:lpstr>Univariate Analysis</vt:lpstr>
      <vt:lpstr>Categorical Analysis</vt:lpstr>
      <vt:lpstr>Outlier Detection</vt:lpstr>
      <vt:lpstr>Bivariate Analysis</vt:lpstr>
      <vt:lpstr>Correlation Matrix Findings</vt:lpstr>
      <vt:lpstr>Multivariate Analysis</vt:lpstr>
      <vt:lpstr>Python Visualizations Generated</vt:lpstr>
      <vt:lpstr>Key Business Insights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pooja sharma</cp:lastModifiedBy>
  <cp:revision>4</cp:revision>
  <dcterms:created xsi:type="dcterms:W3CDTF">2013-01-27T09:14:16Z</dcterms:created>
  <dcterms:modified xsi:type="dcterms:W3CDTF">2026-06-04T18:01:02Z</dcterms:modified>
  <cp:category/>
</cp:coreProperties>
</file>